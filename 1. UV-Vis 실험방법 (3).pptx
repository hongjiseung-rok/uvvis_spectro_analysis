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7" r:id="rId2"/>
    <p:sldId id="258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9E03E-8406-4EE0-A3E6-9165A149226D}" v="9" dt="2025-03-12T06:57:43.9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3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재원 김" userId="e8fac03d3a8e1e85" providerId="LiveId" clId="{3B59E03E-8406-4EE0-A3E6-9165A149226D}"/>
    <pc:docChg chg="undo custSel delSld modSld">
      <pc:chgData name="재원 김" userId="e8fac03d3a8e1e85" providerId="LiveId" clId="{3B59E03E-8406-4EE0-A3E6-9165A149226D}" dt="2025-03-12T06:57:53.201" v="155" actId="20577"/>
      <pc:docMkLst>
        <pc:docMk/>
      </pc:docMkLst>
      <pc:sldChg chg="addSp delSp modSp mod">
        <pc:chgData name="재원 김" userId="e8fac03d3a8e1e85" providerId="LiveId" clId="{3B59E03E-8406-4EE0-A3E6-9165A149226D}" dt="2025-03-12T06:57:14.972" v="135"/>
        <pc:sldMkLst>
          <pc:docMk/>
          <pc:sldMk cId="1975957079" sldId="257"/>
        </pc:sldMkLst>
        <pc:spChg chg="mod">
          <ac:chgData name="재원 김" userId="e8fac03d3a8e1e85" providerId="LiveId" clId="{3B59E03E-8406-4EE0-A3E6-9165A149226D}" dt="2025-03-12T06:54:45.464" v="10"/>
          <ac:spMkLst>
            <pc:docMk/>
            <pc:sldMk cId="1975957079" sldId="257"/>
            <ac:spMk id="2" creationId="{344D62A9-4270-9056-7C6B-EAC83FFF5A14}"/>
          </ac:spMkLst>
        </pc:spChg>
        <pc:spChg chg="mod">
          <ac:chgData name="재원 김" userId="e8fac03d3a8e1e85" providerId="LiveId" clId="{3B59E03E-8406-4EE0-A3E6-9165A149226D}" dt="2025-03-12T06:57:14.972" v="135"/>
          <ac:spMkLst>
            <pc:docMk/>
            <pc:sldMk cId="1975957079" sldId="257"/>
            <ac:spMk id="3" creationId="{C46236F4-CA83-687F-E9BD-A098175B04A1}"/>
          </ac:spMkLst>
        </pc:spChg>
        <pc:spChg chg="add">
          <ac:chgData name="재원 김" userId="e8fac03d3a8e1e85" providerId="LiveId" clId="{3B59E03E-8406-4EE0-A3E6-9165A149226D}" dt="2025-03-12T06:54:51.707" v="11"/>
          <ac:spMkLst>
            <pc:docMk/>
            <pc:sldMk cId="1975957079" sldId="257"/>
            <ac:spMk id="5" creationId="{A29F388B-1845-0D20-857E-EB4755499056}"/>
          </ac:spMkLst>
        </pc:spChg>
        <pc:spChg chg="add">
          <ac:chgData name="재원 김" userId="e8fac03d3a8e1e85" providerId="LiveId" clId="{3B59E03E-8406-4EE0-A3E6-9165A149226D}" dt="2025-03-12T06:54:59.308" v="13"/>
          <ac:spMkLst>
            <pc:docMk/>
            <pc:sldMk cId="1975957079" sldId="257"/>
            <ac:spMk id="6" creationId="{05A9AAA9-F128-33F4-4ED0-991BC80C66D8}"/>
          </ac:spMkLst>
        </pc:spChg>
        <pc:graphicFrameChg chg="del">
          <ac:chgData name="재원 김" userId="e8fac03d3a8e1e85" providerId="LiveId" clId="{3B59E03E-8406-4EE0-A3E6-9165A149226D}" dt="2025-03-12T06:54:56.377" v="12" actId="478"/>
          <ac:graphicFrameMkLst>
            <pc:docMk/>
            <pc:sldMk cId="1975957079" sldId="257"/>
            <ac:graphicFrameMk id="4" creationId="{A3F2A440-6FF1-92B7-991E-B84DF529DF4A}"/>
          </ac:graphicFrameMkLst>
        </pc:graphicFrameChg>
      </pc:sldChg>
      <pc:sldChg chg="modSp mod">
        <pc:chgData name="재원 김" userId="e8fac03d3a8e1e85" providerId="LiveId" clId="{3B59E03E-8406-4EE0-A3E6-9165A149226D}" dt="2025-03-12T06:57:33.818" v="143" actId="20577"/>
        <pc:sldMkLst>
          <pc:docMk/>
          <pc:sldMk cId="1066328258" sldId="258"/>
        </pc:sldMkLst>
        <pc:spChg chg="mod">
          <ac:chgData name="재원 김" userId="e8fac03d3a8e1e85" providerId="LiveId" clId="{3B59E03E-8406-4EE0-A3E6-9165A149226D}" dt="2025-03-12T06:57:33.818" v="143" actId="20577"/>
          <ac:spMkLst>
            <pc:docMk/>
            <pc:sldMk cId="1066328258" sldId="258"/>
            <ac:spMk id="3" creationId="{C46236F4-CA83-687F-E9BD-A098175B04A1}"/>
          </ac:spMkLst>
        </pc:spChg>
      </pc:sldChg>
      <pc:sldChg chg="del">
        <pc:chgData name="재원 김" userId="e8fac03d3a8e1e85" providerId="LiveId" clId="{3B59E03E-8406-4EE0-A3E6-9165A149226D}" dt="2025-03-12T06:57:22.891" v="136" actId="47"/>
        <pc:sldMkLst>
          <pc:docMk/>
          <pc:sldMk cId="2329811525" sldId="259"/>
        </pc:sldMkLst>
      </pc:sldChg>
      <pc:sldChg chg="modSp mod">
        <pc:chgData name="재원 김" userId="e8fac03d3a8e1e85" providerId="LiveId" clId="{3B59E03E-8406-4EE0-A3E6-9165A149226D}" dt="2025-03-12T06:57:53.201" v="155" actId="20577"/>
        <pc:sldMkLst>
          <pc:docMk/>
          <pc:sldMk cId="944293195" sldId="260"/>
        </pc:sldMkLst>
        <pc:spChg chg="mod">
          <ac:chgData name="재원 김" userId="e8fac03d3a8e1e85" providerId="LiveId" clId="{3B59E03E-8406-4EE0-A3E6-9165A149226D}" dt="2025-03-12T06:57:53.201" v="155" actId="20577"/>
          <ac:spMkLst>
            <pc:docMk/>
            <pc:sldMk cId="944293195" sldId="260"/>
            <ac:spMk id="5" creationId="{3261BB76-B786-6D9E-A61B-4617951FCED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01AB5-480C-46E4-AC2F-F44E88B3AA8B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04323-9A61-4020-B1EE-4628472AE9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75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496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124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34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37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08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90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131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550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438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709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47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F292D-2AA0-4580-BB79-E7A8D932A72C}" type="datetimeFigureOut">
              <a:rPr lang="ko-KR" altLang="en-US" smtClean="0"/>
              <a:t>2025-03-12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53C59-8C05-4FF9-9193-446A30230C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42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D62A9-4270-9056-7C6B-EAC83FFF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6514"/>
            <a:ext cx="7886700" cy="764427"/>
          </a:xfrm>
        </p:spPr>
        <p:txBody>
          <a:bodyPr>
            <a:noAutofit/>
          </a:bodyPr>
          <a:lstStyle/>
          <a:p>
            <a:r>
              <a:rPr lang="ko-KR" altLang="en-US" sz="3600">
                <a:latin typeface="210 M고딕 080" panose="02020603020101020101" pitchFamily="18" charset="-127"/>
                <a:ea typeface="210 M고딕 080" panose="02020603020101020101" pitchFamily="18" charset="-127"/>
                <a:cs typeface="Arial" panose="020B0604020202020204" pitchFamily="34" charset="0"/>
              </a:rPr>
              <a:t>은 </a:t>
            </a:r>
            <a:r>
              <a:rPr lang="ko-KR" altLang="en-US" sz="3600" dirty="0" err="1">
                <a:latin typeface="210 M고딕 080" panose="02020603020101020101" pitchFamily="18" charset="-127"/>
                <a:ea typeface="210 M고딕 080" panose="02020603020101020101" pitchFamily="18" charset="-127"/>
                <a:cs typeface="Arial" panose="020B0604020202020204" pitchFamily="34" charset="0"/>
              </a:rPr>
              <a:t>나노입자</a:t>
            </a:r>
            <a:r>
              <a:rPr lang="ko-KR" altLang="en-US" sz="3600" dirty="0">
                <a:latin typeface="210 M고딕 080" panose="02020603020101020101" pitchFamily="18" charset="-127"/>
                <a:ea typeface="210 M고딕 080" panose="02020603020101020101" pitchFamily="18" charset="-127"/>
                <a:cs typeface="Arial" panose="020B0604020202020204" pitchFamily="34" charset="0"/>
              </a:rPr>
              <a:t> 합성</a:t>
            </a:r>
            <a:endParaRPr lang="ko-KR" altLang="en-US" sz="3200" dirty="0">
              <a:latin typeface="210 M고딕 080" panose="02020603020101020101" pitchFamily="18" charset="-127"/>
              <a:ea typeface="210 M고딕 080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236F4-CA83-687F-E9BD-A098175B0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9881"/>
            <a:ext cx="7886700" cy="48770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시약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: D.W., 59 </a:t>
            </a:r>
            <a:r>
              <a:rPr lang="en-US" altLang="ko-KR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mM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AgNO</a:t>
            </a:r>
            <a:r>
              <a:rPr lang="en-US" altLang="ko-KR" sz="1600" baseline="-250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3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, 34 </a:t>
            </a:r>
            <a:r>
              <a:rPr lang="en-US" altLang="ko-KR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mM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Sodium citrate, 20 </a:t>
            </a:r>
            <a:r>
              <a:rPr lang="en-US" altLang="ko-KR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mM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NaBH</a:t>
            </a:r>
            <a:r>
              <a:rPr lang="en-US" altLang="ko-KR" sz="1600" baseline="-250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4</a:t>
            </a:r>
            <a:endParaRPr lang="en-US" altLang="ko-KR" sz="1600" baseline="-250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기구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: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삼각 플라스크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,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마이크로피펫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(1000 </a:t>
            </a:r>
            <a:r>
              <a:rPr lang="en-US" altLang="ko-KR" sz="1600" dirty="0">
                <a:latin typeface="Symbol" panose="05050102010706020507" pitchFamily="18" charset="2"/>
                <a:ea typeface="210 M고딕 040" panose="02020603020101020101" pitchFamily="18" charset="-127"/>
              </a:rPr>
              <a:t>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L,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200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Symbol" panose="05050102010706020507" pitchFamily="18" charset="2"/>
                <a:ea typeface="210 M고딕 040" panose="02020603020101020101" pitchFamily="18" charset="-127"/>
              </a:rPr>
              <a:t>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L)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  <a:p>
            <a:pPr marL="457200" indent="-457200">
              <a:buAutoNum type="arabicPeriod"/>
            </a:pPr>
            <a:r>
              <a:rPr lang="en-US" altLang="ko-KR" sz="1600" dirty="0"/>
              <a:t>0.5 mL</a:t>
            </a:r>
            <a:r>
              <a:rPr lang="ko-KR" altLang="en-US" sz="1600" dirty="0"/>
              <a:t>의 </a:t>
            </a:r>
            <a:r>
              <a:rPr lang="en-US" altLang="ko-KR" sz="1600" dirty="0"/>
              <a:t>59 </a:t>
            </a:r>
            <a:r>
              <a:rPr lang="en-US" altLang="ko-KR" sz="1600" dirty="0" err="1"/>
              <a:t>mM</a:t>
            </a:r>
            <a:r>
              <a:rPr lang="en-US" altLang="ko-KR" sz="1600" dirty="0"/>
              <a:t> </a:t>
            </a:r>
            <a:r>
              <a:rPr lang="ko-KR" altLang="en-US" sz="1600" dirty="0"/>
              <a:t>질산은</a:t>
            </a:r>
            <a:r>
              <a:rPr lang="en-US" altLang="ko-KR" sz="1600" dirty="0"/>
              <a:t>(</a:t>
            </a:r>
            <a:r>
              <a:rPr lang="en-US" altLang="ko-KR" sz="1600" dirty="0" err="1"/>
              <a:t>AgNO</a:t>
            </a:r>
            <a:r>
              <a:rPr lang="en-US" altLang="ko-KR" sz="1600" dirty="0"/>
              <a:t>₃) </a:t>
            </a:r>
            <a:r>
              <a:rPr lang="ko-KR" altLang="en-US" sz="1600" dirty="0"/>
              <a:t>용액과 </a:t>
            </a:r>
            <a:r>
              <a:rPr lang="en-US" altLang="ko-KR" sz="1600" dirty="0"/>
              <a:t>1 mL</a:t>
            </a:r>
            <a:r>
              <a:rPr lang="ko-KR" altLang="en-US" sz="1600" dirty="0"/>
              <a:t>의 </a:t>
            </a:r>
            <a:r>
              <a:rPr lang="en-US" altLang="ko-KR" sz="1600" dirty="0"/>
              <a:t>34 </a:t>
            </a:r>
            <a:r>
              <a:rPr lang="en-US" altLang="ko-KR" sz="1600" dirty="0" err="1"/>
              <a:t>mM</a:t>
            </a:r>
            <a:r>
              <a:rPr lang="en-US" altLang="ko-KR" sz="1600" dirty="0"/>
              <a:t> </a:t>
            </a:r>
            <a:r>
              <a:rPr lang="ko-KR" altLang="en-US" sz="1600" dirty="0"/>
              <a:t>시트르산나트륨</a:t>
            </a:r>
            <a:r>
              <a:rPr lang="en-US" altLang="ko-KR" sz="1600" dirty="0"/>
              <a:t>(</a:t>
            </a:r>
            <a:r>
              <a:rPr lang="en-US" altLang="ko-KR" sz="1600" dirty="0" err="1"/>
              <a:t>trisodium</a:t>
            </a:r>
            <a:r>
              <a:rPr lang="en-US" altLang="ko-KR" sz="1600" dirty="0"/>
              <a:t> citrate) </a:t>
            </a:r>
            <a:r>
              <a:rPr lang="ko-KR" altLang="en-US" sz="1600" dirty="0"/>
              <a:t>용액을 </a:t>
            </a:r>
            <a:r>
              <a:rPr lang="en-US" altLang="ko-KR" sz="1600" dirty="0"/>
              <a:t>98 mL</a:t>
            </a:r>
            <a:r>
              <a:rPr lang="ko-KR" altLang="en-US" sz="1600" dirty="0"/>
              <a:t>의 물에 첨가한 후 몇 분 동안 저어 준다</a:t>
            </a:r>
            <a:r>
              <a:rPr lang="en-US" altLang="ko-KR" sz="1600" dirty="0"/>
              <a:t>.</a:t>
            </a:r>
          </a:p>
          <a:p>
            <a:pPr marL="457200" indent="-457200">
              <a:buAutoNum type="arabicPeriod"/>
            </a:pPr>
            <a:r>
              <a:rPr lang="ko-KR" altLang="en-US" sz="1600" dirty="0"/>
              <a:t>이후</a:t>
            </a:r>
            <a:r>
              <a:rPr lang="en-US" altLang="ko-KR" sz="1600" dirty="0"/>
              <a:t>, 2</a:t>
            </a:r>
            <a:r>
              <a:rPr lang="ko-KR" altLang="en-US" sz="1600" dirty="0"/>
              <a:t>시간 동안 숙성된 </a:t>
            </a:r>
            <a:r>
              <a:rPr lang="en-US" altLang="ko-KR" sz="1600" dirty="0"/>
              <a:t>20 </a:t>
            </a:r>
            <a:r>
              <a:rPr lang="en-US" altLang="ko-KR" sz="1600" dirty="0" err="1"/>
              <a:t>mM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붕사나트륨</a:t>
            </a:r>
            <a:r>
              <a:rPr lang="en-US" altLang="ko-KR" sz="1600" dirty="0"/>
              <a:t>(</a:t>
            </a:r>
            <a:r>
              <a:rPr lang="en-US" altLang="ko-KR" sz="1600" dirty="0" err="1"/>
              <a:t>NaBH</a:t>
            </a:r>
            <a:r>
              <a:rPr lang="en-US" altLang="ko-KR" sz="1600" dirty="0"/>
              <a:t>₄) </a:t>
            </a:r>
            <a:r>
              <a:rPr lang="ko-KR" altLang="en-US" sz="1600" dirty="0"/>
              <a:t>용액 </a:t>
            </a:r>
            <a:r>
              <a:rPr lang="en-US" altLang="ko-KR" sz="1600" dirty="0"/>
              <a:t>0.5 mL</a:t>
            </a:r>
            <a:r>
              <a:rPr lang="ko-KR" altLang="en-US" sz="1600" dirty="0"/>
              <a:t>를 지속적으로 저어주는 상태에서 혼합 용액에 첨가 한다 </a:t>
            </a:r>
            <a:endParaRPr lang="en-US" altLang="ko-KR" sz="1600" dirty="0"/>
          </a:p>
          <a:p>
            <a:pPr marL="457200" indent="-457200">
              <a:buAutoNum type="arabicPeriod"/>
            </a:pPr>
            <a:r>
              <a:rPr lang="ko-KR" altLang="en-US" sz="1600" dirty="0"/>
              <a:t>반응 혼합물을 추가로 </a:t>
            </a:r>
            <a:r>
              <a:rPr lang="en-US" altLang="ko-KR" sz="1600" dirty="0"/>
              <a:t>1</a:t>
            </a:r>
            <a:r>
              <a:rPr lang="ko-KR" altLang="en-US" sz="1600" dirty="0"/>
              <a:t>시간 동안 저어준 뒤</a:t>
            </a:r>
            <a:r>
              <a:rPr lang="en-US" altLang="ko-KR" sz="1600" dirty="0"/>
              <a:t>, </a:t>
            </a:r>
            <a:r>
              <a:rPr lang="ko-KR" altLang="en-US" sz="1600" dirty="0"/>
              <a:t>상온에서 </a:t>
            </a:r>
            <a:r>
              <a:rPr lang="en-US" altLang="ko-KR" sz="1600" dirty="0"/>
              <a:t>24</a:t>
            </a:r>
            <a:r>
              <a:rPr lang="ko-KR" altLang="en-US" sz="1600" dirty="0"/>
              <a:t>시간 동안 숙성시킨 후 사용한다</a:t>
            </a:r>
            <a:r>
              <a:rPr lang="en-US" altLang="ko-KR" sz="1600" dirty="0"/>
              <a:t>.</a:t>
            </a:r>
            <a:endParaRPr lang="en-US" altLang="ko-KR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  <a:p>
            <a:pPr marL="457200" indent="-457200">
              <a:buAutoNum type="arabicPeriod"/>
            </a:pPr>
            <a:endParaRPr lang="en-US" altLang="ko-KR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  <a:p>
            <a:pPr marL="0" indent="0">
              <a:buNone/>
            </a:pPr>
            <a:endParaRPr lang="en-US" altLang="ko-KR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5957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D62A9-4270-9056-7C6B-EAC83FFF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6514"/>
            <a:ext cx="7886700" cy="764427"/>
          </a:xfrm>
        </p:spPr>
        <p:txBody>
          <a:bodyPr>
            <a:noAutofit/>
          </a:bodyPr>
          <a:lstStyle/>
          <a:p>
            <a:r>
              <a:rPr lang="en-US" altLang="ko-KR" sz="3600" dirty="0">
                <a:latin typeface="210 M고딕 080" panose="02020603020101020101" pitchFamily="18" charset="-127"/>
                <a:ea typeface="210 M고딕 080" panose="02020603020101020101" pitchFamily="18" charset="-127"/>
                <a:cs typeface="Arial" panose="020B0604020202020204" pitchFamily="34" charset="0"/>
              </a:rPr>
              <a:t>4-NP </a:t>
            </a:r>
            <a:r>
              <a:rPr lang="ko-KR" altLang="en-US" sz="3600" dirty="0">
                <a:latin typeface="210 M고딕 080" panose="02020603020101020101" pitchFamily="18" charset="-127"/>
                <a:ea typeface="210 M고딕 080" panose="02020603020101020101" pitchFamily="18" charset="-127"/>
                <a:cs typeface="Arial" panose="020B0604020202020204" pitchFamily="34" charset="0"/>
              </a:rPr>
              <a:t>촉매환원반응 분석</a:t>
            </a:r>
            <a:endParaRPr lang="ko-KR" altLang="en-US" sz="3200" dirty="0">
              <a:latin typeface="210 M고딕 080" panose="02020603020101020101" pitchFamily="18" charset="-127"/>
              <a:ea typeface="210 M고딕 080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236F4-CA83-687F-E9BD-A098175B0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9881"/>
            <a:ext cx="7886700" cy="48770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시약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: D.W., acetone, </a:t>
            </a:r>
            <a:r>
              <a:rPr lang="ko-KR" altLang="en-US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합성한 </a:t>
            </a: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Ag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NPs, 4-nitrophenol (4-NP), NaBH</a:t>
            </a:r>
            <a:r>
              <a:rPr lang="en-US" altLang="ko-KR" sz="1600" baseline="-250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4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기구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: UV-Vis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분광광도계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,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석영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큐벳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,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마이크로피펫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(1000 </a:t>
            </a:r>
            <a:r>
              <a:rPr lang="en-US" altLang="ko-KR" sz="1600" dirty="0">
                <a:latin typeface="Symbol" panose="05050102010706020507" pitchFamily="18" charset="2"/>
                <a:ea typeface="210 M고딕 040" panose="02020603020101020101" pitchFamily="18" charset="-127"/>
              </a:rPr>
              <a:t>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L,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200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Symbol" panose="05050102010706020507" pitchFamily="18" charset="2"/>
                <a:ea typeface="210 M고딕 040" panose="02020603020101020101" pitchFamily="18" charset="-127"/>
              </a:rPr>
              <a:t>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L)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altLang="ko-KR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  <a:p>
            <a:pPr marL="457200" indent="-457200">
              <a:buAutoNum type="arabicPeriod"/>
            </a:pP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석영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큐벳에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D.W.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를 채워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분광광도계의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baseline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을 잡아준다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 marL="457200" indent="-457200">
              <a:buAutoNum type="arabicPeriod"/>
            </a:pP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큐벳에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0.4 mM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4-NP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수용액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0.5 mL,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D.W. 0.9 mL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를 넣고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마이크로피펫을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사용하여 섞어준다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 marL="457200" indent="-457200">
              <a:buAutoNum type="arabicPeriod"/>
            </a:pP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200 mM NaBH</a:t>
            </a:r>
            <a:r>
              <a:rPr lang="en-US" altLang="ko-KR" sz="1600" baseline="-250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4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수용액을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100 </a:t>
            </a:r>
            <a:r>
              <a:rPr lang="en-US" altLang="ko-KR" sz="1600" dirty="0">
                <a:latin typeface="Symbol" panose="05050102010706020507" pitchFamily="18" charset="2"/>
                <a:ea typeface="210 M고딕 040" panose="02020603020101020101" pitchFamily="18" charset="-127"/>
              </a:rPr>
              <a:t>m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L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첨가하고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마이크로피펫을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사용하여 섞어준다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 marL="457200" indent="-457200">
              <a:buAutoNum type="arabicPeriod"/>
            </a:pP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큐벳을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UV-Vis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분광광도계에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넣고 반응 시작 전 용액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(0 sec)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의 </a:t>
            </a: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UV-Vis spectru</a:t>
            </a:r>
            <a:r>
              <a:rPr lang="ko-KR" altLang="en-US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을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측정한다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 marL="457200" indent="-457200">
              <a:buAutoNum type="arabicPeriod"/>
            </a:pP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큐벳이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분광광도계에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삽입된 상태에서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,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각자 </a:t>
            </a:r>
            <a:r>
              <a:rPr lang="ko-KR" altLang="en-US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합성한 </a:t>
            </a: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Ag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NPs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수용액을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0.5 mL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첨가한다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 marL="457200" indent="-457200">
              <a:buAutoNum type="arabicPeriod"/>
            </a:pP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Au NPs 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첨가 시점을 기준으로 하여 반응이 종료될 때까지 매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1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분 간격으로 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UV-Vis spectrum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을 측정한다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 marL="457200" indent="-457200">
              <a:buAutoNum type="arabicPeriod"/>
            </a:pPr>
            <a:endParaRPr lang="en-US" altLang="ko-KR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6328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D62A9-4270-9056-7C6B-EAC83FFF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6514"/>
            <a:ext cx="7886700" cy="764427"/>
          </a:xfrm>
        </p:spPr>
        <p:txBody>
          <a:bodyPr>
            <a:noAutofit/>
          </a:bodyPr>
          <a:lstStyle/>
          <a:p>
            <a:r>
              <a:rPr lang="ko-KR" altLang="en-US" sz="3600" dirty="0">
                <a:latin typeface="210 M고딕 080" panose="02020603020101020101" pitchFamily="18" charset="-127"/>
                <a:ea typeface="210 M고딕 080" panose="02020603020101020101" pitchFamily="18" charset="-127"/>
                <a:cs typeface="Arial" panose="020B0604020202020204" pitchFamily="34" charset="0"/>
              </a:rPr>
              <a:t>주의사항</a:t>
            </a:r>
            <a:endParaRPr lang="ko-KR" altLang="en-US" sz="3200" dirty="0">
              <a:latin typeface="210 M고딕 080" panose="02020603020101020101" pitchFamily="18" charset="-127"/>
              <a:ea typeface="210 M고딕 080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6236F4-CA83-687F-E9BD-A098175B0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9881"/>
            <a:ext cx="7886700" cy="15957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핫플레이트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사용 시 화상에 주의한다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석영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큐벳은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깨지기 쉬우므로 떨어뜨리지 않도록 주의한다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UV-Vis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</a:t>
            </a: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분광광도계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사용법을 숙지한다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210 M고딕 040" panose="02020603020101020101" pitchFamily="18" charset="-127"/>
                <a:ea typeface="210 M고딕 040" panose="02020603020101020101" pitchFamily="18" charset="-127"/>
              </a:rPr>
              <a:t>큐벳을</a:t>
            </a:r>
            <a:r>
              <a:rPr lang="ko-KR" altLang="en-US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 비울 때 마다 증류수와 아세톤으로 세척하고 드라이기로 말린다</a:t>
            </a:r>
            <a:r>
              <a:rPr lang="en-US" altLang="ko-KR" sz="1600" dirty="0">
                <a:latin typeface="210 M고딕 040" panose="02020603020101020101" pitchFamily="18" charset="-127"/>
                <a:ea typeface="210 M고딕 040" panose="02020603020101020101" pitchFamily="18" charset="-127"/>
              </a:rPr>
              <a:t>.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C3C94C4-04BF-7C0A-5666-10452551D614}"/>
              </a:ext>
            </a:extLst>
          </p:cNvPr>
          <p:cNvSpPr txBox="1">
            <a:spLocks/>
          </p:cNvSpPr>
          <p:nvPr/>
        </p:nvSpPr>
        <p:spPr>
          <a:xfrm>
            <a:off x="628650" y="3962400"/>
            <a:ext cx="7886700" cy="7644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>
                <a:latin typeface="210 M고딕 080" panose="02020603020101020101" pitchFamily="18" charset="-127"/>
                <a:ea typeface="210 M고딕 080" panose="02020603020101020101" pitchFamily="18" charset="-127"/>
                <a:cs typeface="Arial" panose="020B0604020202020204" pitchFamily="34" charset="0"/>
              </a:rPr>
              <a:t>실험 결과</a:t>
            </a:r>
            <a:endParaRPr lang="ko-KR" altLang="en-US" sz="3200" dirty="0">
              <a:latin typeface="210 M고딕 080" panose="02020603020101020101" pitchFamily="18" charset="-127"/>
              <a:ea typeface="210 M고딕 080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261BB76-B786-6D9E-A61B-4617951FCEDB}"/>
              </a:ext>
            </a:extLst>
          </p:cNvPr>
          <p:cNvSpPr txBox="1">
            <a:spLocks/>
          </p:cNvSpPr>
          <p:nvPr/>
        </p:nvSpPr>
        <p:spPr>
          <a:xfrm>
            <a:off x="628650" y="4995767"/>
            <a:ext cx="7886700" cy="1595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4-NP </a:t>
            </a:r>
            <a:r>
              <a:rPr lang="ko-KR" altLang="en-US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촉매환원반응의 시간대별 </a:t>
            </a: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UV-Vis spectrum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4-NP</a:t>
            </a:r>
            <a:r>
              <a:rPr lang="ko-KR" altLang="en-US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 촉매환원반응의 </a:t>
            </a: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Pseudo first-order kinetics</a:t>
            </a:r>
            <a:r>
              <a:rPr lang="ko-KR" altLang="en-US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 그래프와 반응속도상수 </a:t>
            </a:r>
            <a:r>
              <a:rPr lang="en-US" altLang="ko-KR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K </a:t>
            </a:r>
            <a:r>
              <a:rPr lang="ko-KR" altLang="en-US" sz="1600">
                <a:latin typeface="210 M고딕 040" panose="02020603020101020101" pitchFamily="18" charset="-127"/>
                <a:ea typeface="210 M고딕 040" panose="02020603020101020101" pitchFamily="18" charset="-127"/>
              </a:rPr>
              <a:t>계산</a:t>
            </a:r>
            <a:endParaRPr lang="en-US" altLang="ko-KR" sz="1600" dirty="0">
              <a:latin typeface="210 M고딕 040" panose="02020603020101020101" pitchFamily="18" charset="-127"/>
              <a:ea typeface="210 M고딕 040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4293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277</Words>
  <Application>Microsoft Office PowerPoint</Application>
  <PresentationFormat>화면 슬라이드 쇼(4:3)</PresentationFormat>
  <Paragraphs>25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210 M고딕 080</vt:lpstr>
      <vt:lpstr>210 M고딕 040</vt:lpstr>
      <vt:lpstr>Wingdings</vt:lpstr>
      <vt:lpstr>맑은 고딕</vt:lpstr>
      <vt:lpstr>Arial</vt:lpstr>
      <vt:lpstr>Symbol</vt:lpstr>
      <vt:lpstr>Office 테마</vt:lpstr>
      <vt:lpstr>은 나노입자 합성</vt:lpstr>
      <vt:lpstr>4-NP 촉매환원반응 분석</vt:lpstr>
      <vt:lpstr>주의사항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혜선 조</dc:creator>
  <cp:lastModifiedBy>CS</cp:lastModifiedBy>
  <cp:revision>5</cp:revision>
  <dcterms:created xsi:type="dcterms:W3CDTF">2024-03-14T08:58:52Z</dcterms:created>
  <dcterms:modified xsi:type="dcterms:W3CDTF">2025-03-12T07:17:14Z</dcterms:modified>
</cp:coreProperties>
</file>